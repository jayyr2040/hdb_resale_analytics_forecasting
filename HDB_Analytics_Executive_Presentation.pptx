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HDB RESALE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F81BD"/>
                </a:solidFill>
              </a:defRPr>
            </a:pPr>
            <a:r>
              <a:t>Real-Time Market Intelligence | Automated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  <a:r>
              <a:t>🎯 Problem: Manual analysis creates 4-week delays in market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  <a:r>
              <a:t>💡 Solution: Automated cloud pipeline with real-time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  <a:r>
              <a:t>📊 Key 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  <a:r>
              <a:t>   • 75% faster insights (4 weeks → 5 days)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  <a:r>
              <a:t>   • 100% HDB market coverage (230K+ transactions)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  <a:r>
              <a:t>   • 258% Year 1 ROI | $96K annual savings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44444"/>
                </a:solidFill>
              </a:defRPr>
            </a:pPr>
            <a:r>
              <a:t>   • Zero manual touchpoints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Value: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⏱ 4 weeks to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💰 $8K/month labor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📊 60% data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🔄 Manual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❌ Stale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⚡ 5 days to insights (5x faster)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💰 $300/month cloud cost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📊 100% data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🤖 Fully automated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Real-time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How It Works: 3-Layer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Layer 1: INGESTION (Dagster)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   Fetch HDB data from data.gov.sg + enrich with geospatial features (20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Layer 2: TRANSFORMATION (dbt)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   Clean data, validate quality, build star schema for analytics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Layer 3: INSIGHTS (Streamlit)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   Interactive dashboard with executive KPIs, trends, geospatial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t>Operational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✅ 230K rows/month processed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✅ 99.9% pipeline uptime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✅ &lt;2 sec dashboard 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✅ 99.2% data quality pass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✅ Zero manual touchpoints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t>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💵 258% Year 1 ROI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💵 4.6 month payback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💵 $300/month (vs $8K)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💵 160 hours/year freed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💵 3,200%+ Year 2+ ROI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✓ Data Outage → Local cache activates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✓ API Rate Limits → 30-day intelligent caching (99% hit rate)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✓ Data Quality Issues → Automated dbt tests flag anomalies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✓ Pipeline Failures → Dagster alerts + automated recovery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444444"/>
                </a:solidFill>
              </a:defRPr>
            </a:pPr>
            <a:r>
              <a:t>✓ Compliance &amp; Audit → Version control + BigQuery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t>Completed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✓ Automated pipeline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✓ Executive dashboard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✓ Geospatial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✓ 96% cost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t>Next 12 Months 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🎯 Predictive pricing (ML)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🎯 Real-time alerts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🎯 Portfolio benchmarking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🎯 Mobile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  <a:r>
              <a:t>Q: What if the pipeline breaks?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  <a:r>
              <a:t>A: Dagster alerts within minutes + local cache provides continuity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  <a:r>
              <a:t>Q: Is our data secure?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  <a:r>
              <a:t>A: Google Cloud SOC 2 certified + full audit trail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  <a:r>
              <a:t>Q: Can non-technical people use this?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  <a:r>
              <a:t>A: Yes - zero SQL required, interactive filters, 15-min training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  <a:r>
              <a:t>Q: How do we validate data correctness?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444444"/>
                </a:solidFill>
              </a:defRPr>
            </a:pPr>
            <a:r>
              <a:t>A: dbt tests + quality dashboard + monthly source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Ready to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F81BD"/>
                </a:solidFill>
              </a:defRPr>
            </a:pPr>
            <a:r>
              <a:t>✅ Delivered on Time &amp; Budget</a:t>
            </a:r>
            <a:br/>
            <a:r>
              <a:t>✅ Exceeding Performance Metrics</a:t>
            </a:r>
            <a:br/>
            <a:br/>
            <a:r>
              <a:t>Next Step: Your Approval + Resources to Expand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